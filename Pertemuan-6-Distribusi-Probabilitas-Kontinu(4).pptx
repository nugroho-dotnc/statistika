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79" r:id="rId16"/>
    <p:sldId id="275" r:id="rId17"/>
    <p:sldId id="276" r:id="rId18"/>
    <p:sldId id="277" r:id="rId19"/>
    <p:sldId id="278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69" r:id="rId37"/>
    <p:sldId id="296" r:id="rId38"/>
    <p:sldId id="297" r:id="rId39"/>
    <p:sldId id="298" r:id="rId40"/>
    <p:sldId id="299" r:id="rId41"/>
    <p:sldId id="300" r:id="rId42"/>
    <p:sldId id="301" r:id="rId43"/>
    <p:sldId id="270" r:id="rId44"/>
    <p:sldId id="271" r:id="rId45"/>
    <p:sldId id="302" r:id="rId46"/>
    <p:sldId id="272" r:id="rId47"/>
    <p:sldId id="303" r:id="rId48"/>
    <p:sldId id="304" r:id="rId49"/>
    <p:sldId id="273" r:id="rId50"/>
    <p:sldId id="305" r:id="rId51"/>
    <p:sldId id="306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4"/>
    <p:restoredTop sz="95091"/>
  </p:normalViewPr>
  <p:slideViewPr>
    <p:cSldViewPr snapToGrid="0" snapToObjects="1">
      <p:cViewPr varScale="1">
        <p:scale>
          <a:sx n="94" d="100"/>
          <a:sy n="94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10/18/20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087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10/18/20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454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10/18/20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694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10/18/20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371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10/18/20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824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10/18/20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64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10/18/20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59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10/18/20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79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9B482E8-6E0E-1B4F-B1FD-C69DB9E858D9}" type="datetimeFigureOut">
              <a:rPr lang="en-US" smtClean="0"/>
              <a:pPr/>
              <a:t>10/18/20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87835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10/18/20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163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10/18/20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931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10/18/20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429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5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7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8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0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1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2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25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2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27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28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29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30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31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3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33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34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35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36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37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38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39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4" Type="http://schemas.openxmlformats.org/officeDocument/2006/relationships/image" Target="../media/image40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41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4" Type="http://schemas.openxmlformats.org/officeDocument/2006/relationships/image" Target="../media/image42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4" Type="http://schemas.openxmlformats.org/officeDocument/2006/relationships/image" Target="../media/image43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4" Type="http://schemas.openxmlformats.org/officeDocument/2006/relationships/image" Target="../media/image44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4" Type="http://schemas.openxmlformats.org/officeDocument/2006/relationships/image" Target="../media/image45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4" Type="http://schemas.openxmlformats.org/officeDocument/2006/relationships/image" Target="../media/image46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47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48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4" Type="http://schemas.openxmlformats.org/officeDocument/2006/relationships/image" Target="../media/image4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C5DE3-5232-6B44-AE81-A624D1BA8E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kontinu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1C74D2-C6DD-D843-A42F-BD9EB20479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err="1"/>
              <a:t>Mera</a:t>
            </a:r>
            <a:r>
              <a:rPr lang="en-US" dirty="0"/>
              <a:t> Kartika </a:t>
            </a:r>
            <a:r>
              <a:rPr lang="en-US" dirty="0" err="1"/>
              <a:t>delimayanti</a:t>
            </a:r>
            <a:r>
              <a:rPr lang="en-US" dirty="0"/>
              <a:t>, S.SI, M.T., PH.D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845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DF451C9-4EDC-1045-A6B1-90F01DCB1A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Tujuan Pembelajaran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56A8761E-B680-4C42-BE85-B4899519C6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US" altLang="en-US" sz="2400" b="1"/>
          </a:p>
          <a:p>
            <a:pPr>
              <a:lnSpc>
                <a:spcPct val="80000"/>
              </a:lnSpc>
            </a:pPr>
            <a:r>
              <a:rPr lang="en-US" altLang="en-US" sz="2400"/>
              <a:t>Mengidentifikasi dan menghitung distribusi probabilitas teoritis varibel kontinu: distribusi normal, gamma, chi-kuadrat, </a:t>
            </a:r>
            <a:r>
              <a:rPr lang="en-US" altLang="en-US" sz="2400" i="1"/>
              <a:t> </a:t>
            </a:r>
            <a:r>
              <a:rPr lang="en-US" altLang="en-US" sz="2400"/>
              <a:t>eksponensial, </a:t>
            </a:r>
            <a:r>
              <a:rPr lang="en-US" altLang="en-US" sz="2400" i="1"/>
              <a:t> Weibull, </a:t>
            </a:r>
            <a:r>
              <a:rPr lang="en-US" altLang="en-US" sz="2400"/>
              <a:t>lognormal.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Menentukan statistik deskriptif : ukuran-ukuran pemusatan, penyebaran kemencengan dan keruncingan pada distribusi probabilitas teoritis variabel kontinu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Menggunakan beberapa pendekatan distribusi teoritis variabel acak kontinu untuk memecahkan masalah-masalah statistik yang berkaitan dengan kajian keteknikan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E713C-3665-EC4F-8423-64A9EC964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2562239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3C82ABFA-E516-E542-8E49-F114BB13AC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Agenda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D9A4976-B9A0-7C46-A4AB-50DB758AFE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Distribusi Seragam Kontinyu</a:t>
            </a:r>
          </a:p>
          <a:p>
            <a:r>
              <a:rPr lang="en-US" altLang="en-US"/>
              <a:t>Distribusi Normal (Gaussian)</a:t>
            </a:r>
          </a:p>
          <a:p>
            <a:r>
              <a:rPr lang="en-US" altLang="en-US"/>
              <a:t>Distribusi Gamma dan Distribusi Eksponensial</a:t>
            </a:r>
          </a:p>
          <a:p>
            <a:r>
              <a:rPr lang="en-US" altLang="en-US"/>
              <a:t>Distribusi Chi-kuadrat</a:t>
            </a:r>
          </a:p>
          <a:p>
            <a:r>
              <a:rPr lang="en-US" altLang="en-US"/>
              <a:t>Distribusi Weibull</a:t>
            </a:r>
          </a:p>
          <a:p>
            <a:r>
              <a:rPr lang="en-US" altLang="en-US"/>
              <a:t>Distribusi Lognormal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40655-DEE8-B44A-8455-D1D9EEF01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389581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38112EB4-9731-854F-BD3F-1627FA97B1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Distribusi Seragam Kontinyu</a:t>
            </a:r>
          </a:p>
        </p:txBody>
      </p:sp>
      <p:graphicFrame>
        <p:nvGraphicFramePr>
          <p:cNvPr id="84998" name="Object 6">
            <a:extLst>
              <a:ext uri="{FF2B5EF4-FFF2-40B4-BE49-F238E27FC236}">
                <a16:creationId xmlns:a16="http://schemas.microsoft.com/office/drawing/2014/main" id="{5D38EDAE-48D7-FE48-A08C-F40A0B370302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8614941"/>
              </p:ext>
            </p:extLst>
          </p:nvPr>
        </p:nvGraphicFramePr>
        <p:xfrm>
          <a:off x="887104" y="1853754"/>
          <a:ext cx="9530071" cy="3612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Document" r:id="rId3" imgW="5727700" imgH="2743200" progId="Word.Document.8">
                  <p:embed/>
                </p:oleObj>
              </mc:Choice>
              <mc:Fallback>
                <p:oleObj name="Document" r:id="rId3" imgW="5727700" imgH="2743200" progId="Word.Document.8">
                  <p:embed/>
                  <p:pic>
                    <p:nvPicPr>
                      <p:cNvPr id="84998" name="Object 6">
                        <a:extLst>
                          <a:ext uri="{FF2B5EF4-FFF2-40B4-BE49-F238E27FC236}">
                            <a16:creationId xmlns:a16="http://schemas.microsoft.com/office/drawing/2014/main" id="{5D38EDAE-48D7-FE48-A08C-F40A0B3703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104" y="1853754"/>
                        <a:ext cx="9530071" cy="36120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1166C-A241-604D-9B9F-F9787EA7A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4181156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FF896626-25AE-254C-A0C4-35F4553727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1. Distribusi Seragam Kontinyu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F72D63AF-8B50-084D-9B93-C05F7429C5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v-SE" altLang="ja-JP">
                <a:ea typeface="ＭＳ Ｐゴシック" panose="020B0600070205080204" pitchFamily="34" charset="-128"/>
              </a:rPr>
              <a:t>fungsi kerapatan variabel acak seragam kontinyu pada interval (1,3).</a:t>
            </a: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F48727-6D69-024A-80CC-2CF0E92D9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  <p:pic>
        <p:nvPicPr>
          <p:cNvPr id="88068" name="Picture 4">
            <a:extLst>
              <a:ext uri="{FF2B5EF4-FFF2-40B4-BE49-F238E27FC236}">
                <a16:creationId xmlns:a16="http://schemas.microsoft.com/office/drawing/2014/main" id="{C7D3D1F1-D430-F74B-80C6-25A16AF69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43" t="43459" r="32114" b="28825"/>
          <a:stretch>
            <a:fillRect/>
          </a:stretch>
        </p:blipFill>
        <p:spPr bwMode="auto">
          <a:xfrm>
            <a:off x="3792538" y="2565401"/>
            <a:ext cx="5472112" cy="334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5304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3" name="Rectangle 5">
            <a:extLst>
              <a:ext uri="{FF2B5EF4-FFF2-40B4-BE49-F238E27FC236}">
                <a16:creationId xmlns:a16="http://schemas.microsoft.com/office/drawing/2014/main" id="{905BAEF3-1A82-F946-9D36-74889BCEBB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9650" y="404814"/>
            <a:ext cx="6870700" cy="612775"/>
          </a:xfrm>
        </p:spPr>
        <p:txBody>
          <a:bodyPr>
            <a:normAutofit/>
          </a:bodyPr>
          <a:lstStyle/>
          <a:p>
            <a:r>
              <a:rPr lang="en-US" altLang="en-US"/>
              <a:t>2. Distribusi Normal</a:t>
            </a:r>
          </a:p>
        </p:txBody>
      </p:sp>
      <p:graphicFrame>
        <p:nvGraphicFramePr>
          <p:cNvPr id="89092" name="Object 4">
            <a:extLst>
              <a:ext uri="{FF2B5EF4-FFF2-40B4-BE49-F238E27FC236}">
                <a16:creationId xmlns:a16="http://schemas.microsoft.com/office/drawing/2014/main" id="{FB80D662-4E4B-1949-9208-552CC25E3101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279650" y="1268413"/>
          <a:ext cx="7529513" cy="520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Document" r:id="rId3" imgW="6286500" imgH="4343400" progId="Word.Document.8">
                  <p:embed/>
                </p:oleObj>
              </mc:Choice>
              <mc:Fallback>
                <p:oleObj name="Document" r:id="rId3" imgW="6286500" imgH="4343400" progId="Word.Document.8">
                  <p:embed/>
                  <p:pic>
                    <p:nvPicPr>
                      <p:cNvPr id="89092" name="Object 4">
                        <a:extLst>
                          <a:ext uri="{FF2B5EF4-FFF2-40B4-BE49-F238E27FC236}">
                            <a16:creationId xmlns:a16="http://schemas.microsoft.com/office/drawing/2014/main" id="{FB80D662-4E4B-1949-9208-552CC25E31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1268413"/>
                        <a:ext cx="7529513" cy="5202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720E9-F7D2-CD45-9F90-F1C1C2A64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2753961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0" name="Rectangle 4">
            <a:extLst>
              <a:ext uri="{FF2B5EF4-FFF2-40B4-BE49-F238E27FC236}">
                <a16:creationId xmlns:a16="http://schemas.microsoft.com/office/drawing/2014/main" id="{13360820-A2D5-A544-9F19-6460E1C125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2. Distribusi Normal</a:t>
            </a:r>
          </a:p>
        </p:txBody>
      </p:sp>
      <p:graphicFrame>
        <p:nvGraphicFramePr>
          <p:cNvPr id="91139" name="Object 3">
            <a:extLst>
              <a:ext uri="{FF2B5EF4-FFF2-40B4-BE49-F238E27FC236}">
                <a16:creationId xmlns:a16="http://schemas.microsoft.com/office/drawing/2014/main" id="{01925CBA-431B-AF45-B396-65EBFF5E02E1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992313" y="1592263"/>
          <a:ext cx="8280400" cy="363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Document" r:id="rId3" imgW="5727700" imgH="2514600" progId="Word.Document.8">
                  <p:embed/>
                </p:oleObj>
              </mc:Choice>
              <mc:Fallback>
                <p:oleObj name="Document" r:id="rId3" imgW="5727700" imgH="2514600" progId="Word.Document.8">
                  <p:embed/>
                  <p:pic>
                    <p:nvPicPr>
                      <p:cNvPr id="91139" name="Object 3">
                        <a:extLst>
                          <a:ext uri="{FF2B5EF4-FFF2-40B4-BE49-F238E27FC236}">
                            <a16:creationId xmlns:a16="http://schemas.microsoft.com/office/drawing/2014/main" id="{01925CBA-431B-AF45-B396-65EBFF5E02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1592263"/>
                        <a:ext cx="8280400" cy="3635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6A7A4-3857-3840-A8AC-12A69453F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1222516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4681C409-3544-0D49-A861-BBEBDDFA17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2. Distribusi Normal</a:t>
            </a:r>
          </a:p>
        </p:txBody>
      </p:sp>
      <p:pic>
        <p:nvPicPr>
          <p:cNvPr id="93188" name="Picture 4">
            <a:extLst>
              <a:ext uri="{FF2B5EF4-FFF2-40B4-BE49-F238E27FC236}">
                <a16:creationId xmlns:a16="http://schemas.microsoft.com/office/drawing/2014/main" id="{B3B0A3D5-468E-B547-B249-A58A594BBC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50" t="33925" r="18137" b="35698"/>
          <a:stretch>
            <a:fillRect/>
          </a:stretch>
        </p:blipFill>
        <p:spPr>
          <a:xfrm>
            <a:off x="2063751" y="1557339"/>
            <a:ext cx="8208963" cy="4860925"/>
          </a:xfrm>
          <a:ln/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A9083-173B-5D48-B305-9E1622BB8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3029248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D85B2F6E-642D-E543-A067-19AE1B4517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2. Distribusi Normal</a:t>
            </a:r>
          </a:p>
        </p:txBody>
      </p:sp>
      <p:pic>
        <p:nvPicPr>
          <p:cNvPr id="94212" name="Picture 4">
            <a:extLst>
              <a:ext uri="{FF2B5EF4-FFF2-40B4-BE49-F238E27FC236}">
                <a16:creationId xmlns:a16="http://schemas.microsoft.com/office/drawing/2014/main" id="{8AF5E427-4AA1-7C4B-9164-60708318C6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43" t="36586" r="18137" b="31706"/>
          <a:stretch>
            <a:fillRect/>
          </a:stretch>
        </p:blipFill>
        <p:spPr>
          <a:xfrm>
            <a:off x="2927350" y="1412876"/>
            <a:ext cx="6553200" cy="4913313"/>
          </a:xfrm>
          <a:ln/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ADAF7-6E6F-424F-A332-A563E52A6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560779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9AEACCFA-4973-6141-B611-D21E0B7EDD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2. Distribusi Normal</a:t>
            </a:r>
          </a:p>
        </p:txBody>
      </p:sp>
      <p:pic>
        <p:nvPicPr>
          <p:cNvPr id="95237" name="Picture 5">
            <a:extLst>
              <a:ext uri="{FF2B5EF4-FFF2-40B4-BE49-F238E27FC236}">
                <a16:creationId xmlns:a16="http://schemas.microsoft.com/office/drawing/2014/main" id="{02AB7072-3766-6949-9E21-989B83847D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0" t="34125" r="20157" b="36874"/>
          <a:stretch>
            <a:fillRect/>
          </a:stretch>
        </p:blipFill>
        <p:spPr>
          <a:xfrm>
            <a:off x="2279650" y="1268414"/>
            <a:ext cx="7488238" cy="5614987"/>
          </a:xfrm>
          <a:noFill/>
          <a:ln/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DAD0C-32D2-CB4E-90FA-7AFC3F03B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3343121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0" name="Rectangle 4">
            <a:extLst>
              <a:ext uri="{FF2B5EF4-FFF2-40B4-BE49-F238E27FC236}">
                <a16:creationId xmlns:a16="http://schemas.microsoft.com/office/drawing/2014/main" id="{D49043AE-598E-0445-9002-AB3438A239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2. Distribusi Normal</a:t>
            </a:r>
          </a:p>
        </p:txBody>
      </p:sp>
      <p:graphicFrame>
        <p:nvGraphicFramePr>
          <p:cNvPr id="96259" name="Object 3">
            <a:extLst>
              <a:ext uri="{FF2B5EF4-FFF2-40B4-BE49-F238E27FC236}">
                <a16:creationId xmlns:a16="http://schemas.microsoft.com/office/drawing/2014/main" id="{0228474C-A8E3-0648-BB31-98DFD0C8FFDA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287588" y="1317625"/>
          <a:ext cx="7472362" cy="538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Document" r:id="rId3" imgW="5727700" imgH="4127500" progId="Word.Document.8">
                  <p:embed/>
                </p:oleObj>
              </mc:Choice>
              <mc:Fallback>
                <p:oleObj name="Document" r:id="rId3" imgW="5727700" imgH="4127500" progId="Word.Document.8">
                  <p:embed/>
                  <p:pic>
                    <p:nvPicPr>
                      <p:cNvPr id="96259" name="Object 3">
                        <a:extLst>
                          <a:ext uri="{FF2B5EF4-FFF2-40B4-BE49-F238E27FC236}">
                            <a16:creationId xmlns:a16="http://schemas.microsoft.com/office/drawing/2014/main" id="{0228474C-A8E3-0648-BB31-98DFD0C8FF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588" y="1317625"/>
                        <a:ext cx="7472362" cy="538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A8D51-A647-D54D-B5BC-F72127C7C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2720620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8" name="Rectangle 4">
            <a:extLst>
              <a:ext uri="{FF2B5EF4-FFF2-40B4-BE49-F238E27FC236}">
                <a16:creationId xmlns:a16="http://schemas.microsoft.com/office/drawing/2014/main" id="{A2C65A7C-6000-D64A-976B-ED3848BA72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2. Distribusi Normal</a:t>
            </a:r>
          </a:p>
        </p:txBody>
      </p:sp>
      <p:graphicFrame>
        <p:nvGraphicFramePr>
          <p:cNvPr id="98307" name="Object 3">
            <a:extLst>
              <a:ext uri="{FF2B5EF4-FFF2-40B4-BE49-F238E27FC236}">
                <a16:creationId xmlns:a16="http://schemas.microsoft.com/office/drawing/2014/main" id="{B4E2884E-639C-9F40-A839-D3150EED2C84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389313" y="2255838"/>
          <a:ext cx="5727700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Document" r:id="rId3" imgW="5727700" imgH="2971800" progId="Word.Document.8">
                  <p:embed/>
                </p:oleObj>
              </mc:Choice>
              <mc:Fallback>
                <p:oleObj name="Document" r:id="rId3" imgW="5727700" imgH="2971800" progId="Word.Document.8">
                  <p:embed/>
                  <p:pic>
                    <p:nvPicPr>
                      <p:cNvPr id="98307" name="Object 3">
                        <a:extLst>
                          <a:ext uri="{FF2B5EF4-FFF2-40B4-BE49-F238E27FC236}">
                            <a16:creationId xmlns:a16="http://schemas.microsoft.com/office/drawing/2014/main" id="{B4E2884E-639C-9F40-A839-D3150EED2C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313" y="2255838"/>
                        <a:ext cx="5727700" cy="297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57A4A-4D01-6B4B-B2C6-DEAA3AE77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1424421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24" name="Rectangle 72">
            <a:extLst>
              <a:ext uri="{FF2B5EF4-FFF2-40B4-BE49-F238E27FC236}">
                <a16:creationId xmlns:a16="http://schemas.microsoft.com/office/drawing/2014/main" id="{B8DB954A-F9FD-B046-AAFB-94AC803208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2. Distribusi Normal</a:t>
            </a:r>
          </a:p>
        </p:txBody>
      </p:sp>
      <p:graphicFrame>
        <p:nvGraphicFramePr>
          <p:cNvPr id="100423" name="Object 71">
            <a:extLst>
              <a:ext uri="{FF2B5EF4-FFF2-40B4-BE49-F238E27FC236}">
                <a16:creationId xmlns:a16="http://schemas.microsoft.com/office/drawing/2014/main" id="{60D8AC19-3AD4-3D4A-AA60-6FE543E6C978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641600" y="1484313"/>
          <a:ext cx="6907213" cy="478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Document" r:id="rId3" imgW="4749800" imgH="3289300" progId="Word.Document.8">
                  <p:embed/>
                </p:oleObj>
              </mc:Choice>
              <mc:Fallback>
                <p:oleObj name="Document" r:id="rId3" imgW="4749800" imgH="3289300" progId="Word.Document.8">
                  <p:embed/>
                  <p:pic>
                    <p:nvPicPr>
                      <p:cNvPr id="100423" name="Object 71">
                        <a:extLst>
                          <a:ext uri="{FF2B5EF4-FFF2-40B4-BE49-F238E27FC236}">
                            <a16:creationId xmlns:a16="http://schemas.microsoft.com/office/drawing/2014/main" id="{60D8AC19-3AD4-3D4A-AA60-6FE543E6C9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600" y="1484313"/>
                        <a:ext cx="6907213" cy="478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73BD7B5-5037-3A4A-B00C-48B6969C7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  <p:sp>
        <p:nvSpPr>
          <p:cNvPr id="100426" name="Text Box 74">
            <a:extLst>
              <a:ext uri="{FF2B5EF4-FFF2-40B4-BE49-F238E27FC236}">
                <a16:creationId xmlns:a16="http://schemas.microsoft.com/office/drawing/2014/main" id="{37B77FAA-402D-EB48-A3CD-38E7188B4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6" y="1293813"/>
            <a:ext cx="40354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Transformasi pada distribusi normal</a:t>
            </a:r>
          </a:p>
        </p:txBody>
      </p:sp>
    </p:spTree>
    <p:extLst>
      <p:ext uri="{BB962C8B-B14F-4D97-AF65-F5344CB8AC3E}">
        <p14:creationId xmlns:p14="http://schemas.microsoft.com/office/powerpoint/2010/main" val="3047453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671" name="Object 7">
            <a:extLst>
              <a:ext uri="{FF2B5EF4-FFF2-40B4-BE49-F238E27FC236}">
                <a16:creationId xmlns:a16="http://schemas.microsoft.com/office/drawing/2014/main" id="{C2B5E35C-579C-E641-AEA9-359DE33A2EA8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781300" y="723900"/>
          <a:ext cx="6399213" cy="575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Document" r:id="rId3" imgW="4902200" imgH="4406900" progId="Word.Document.8">
                  <p:embed/>
                </p:oleObj>
              </mc:Choice>
              <mc:Fallback>
                <p:oleObj name="Document" r:id="rId3" imgW="4902200" imgH="4406900" progId="Word.Document.8">
                  <p:embed/>
                  <p:pic>
                    <p:nvPicPr>
                      <p:cNvPr id="113671" name="Object 7">
                        <a:extLst>
                          <a:ext uri="{FF2B5EF4-FFF2-40B4-BE49-F238E27FC236}">
                            <a16:creationId xmlns:a16="http://schemas.microsoft.com/office/drawing/2014/main" id="{C2B5E35C-579C-E641-AEA9-359DE33A2E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723900"/>
                        <a:ext cx="6399213" cy="575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B234F77-0CD3-2143-B327-63DF511A1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1872969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5" name="Rectangle 5">
            <a:extLst>
              <a:ext uri="{FF2B5EF4-FFF2-40B4-BE49-F238E27FC236}">
                <a16:creationId xmlns:a16="http://schemas.microsoft.com/office/drawing/2014/main" id="{525CCFDE-0F8A-4941-838F-C3C00BD72F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graphicFrame>
        <p:nvGraphicFramePr>
          <p:cNvPr id="122884" name="Object 4">
            <a:extLst>
              <a:ext uri="{FF2B5EF4-FFF2-40B4-BE49-F238E27FC236}">
                <a16:creationId xmlns:a16="http://schemas.microsoft.com/office/drawing/2014/main" id="{DF93DD7C-A039-F54E-A771-81B1A2082331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498725" y="1412875"/>
          <a:ext cx="7337425" cy="490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Document" r:id="rId3" imgW="4902200" imgH="3276600" progId="Word.Document.8">
                  <p:embed/>
                </p:oleObj>
              </mc:Choice>
              <mc:Fallback>
                <p:oleObj name="Document" r:id="rId3" imgW="4902200" imgH="3276600" progId="Word.Document.8">
                  <p:embed/>
                  <p:pic>
                    <p:nvPicPr>
                      <p:cNvPr id="122884" name="Object 4">
                        <a:extLst>
                          <a:ext uri="{FF2B5EF4-FFF2-40B4-BE49-F238E27FC236}">
                            <a16:creationId xmlns:a16="http://schemas.microsoft.com/office/drawing/2014/main" id="{DF93DD7C-A039-F54E-A771-81B1A20823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725" y="1412875"/>
                        <a:ext cx="7337425" cy="490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CFBF0-EE07-7649-8959-4ED65958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2705618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7" name="Rectangle 5">
            <a:extLst>
              <a:ext uri="{FF2B5EF4-FFF2-40B4-BE49-F238E27FC236}">
                <a16:creationId xmlns:a16="http://schemas.microsoft.com/office/drawing/2014/main" id="{5122D51B-3A24-DA46-B450-BAB6854BE6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2. Distribusi Normal</a:t>
            </a:r>
          </a:p>
        </p:txBody>
      </p:sp>
      <p:graphicFrame>
        <p:nvGraphicFramePr>
          <p:cNvPr id="115716" name="Object 4">
            <a:extLst>
              <a:ext uri="{FF2B5EF4-FFF2-40B4-BE49-F238E27FC236}">
                <a16:creationId xmlns:a16="http://schemas.microsoft.com/office/drawing/2014/main" id="{9BF2BA48-90C9-5F4D-81FD-1D591B8B26AB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149475" y="1651000"/>
          <a:ext cx="8110538" cy="356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Document" r:id="rId3" imgW="4762500" imgH="2095500" progId="Word.Document.8">
                  <p:embed/>
                </p:oleObj>
              </mc:Choice>
              <mc:Fallback>
                <p:oleObj name="Document" r:id="rId3" imgW="4762500" imgH="2095500" progId="Word.Document.8">
                  <p:embed/>
                  <p:pic>
                    <p:nvPicPr>
                      <p:cNvPr id="115716" name="Object 4">
                        <a:extLst>
                          <a:ext uri="{FF2B5EF4-FFF2-40B4-BE49-F238E27FC236}">
                            <a16:creationId xmlns:a16="http://schemas.microsoft.com/office/drawing/2014/main" id="{9BF2BA48-90C9-5F4D-81FD-1D591B8B26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5" y="1651000"/>
                        <a:ext cx="8110538" cy="356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112B7-37E2-024A-AF50-29FB464C1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3777376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5" name="Rectangle 5">
            <a:extLst>
              <a:ext uri="{FF2B5EF4-FFF2-40B4-BE49-F238E27FC236}">
                <a16:creationId xmlns:a16="http://schemas.microsoft.com/office/drawing/2014/main" id="{195D0CF8-0E69-B247-BEB1-3FF8C193B7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2. Distribusi Normal</a:t>
            </a:r>
          </a:p>
        </p:txBody>
      </p:sp>
      <p:graphicFrame>
        <p:nvGraphicFramePr>
          <p:cNvPr id="117764" name="Object 4">
            <a:extLst>
              <a:ext uri="{FF2B5EF4-FFF2-40B4-BE49-F238E27FC236}">
                <a16:creationId xmlns:a16="http://schemas.microsoft.com/office/drawing/2014/main" id="{9C7C7767-C928-0E42-A4F8-12F649C5F7E3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003550" y="1504950"/>
          <a:ext cx="6184900" cy="487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Document" r:id="rId3" imgW="4749800" imgH="3746500" progId="Word.Document.8">
                  <p:embed/>
                </p:oleObj>
              </mc:Choice>
              <mc:Fallback>
                <p:oleObj name="Document" r:id="rId3" imgW="4749800" imgH="3746500" progId="Word.Document.8">
                  <p:embed/>
                  <p:pic>
                    <p:nvPicPr>
                      <p:cNvPr id="117764" name="Object 4">
                        <a:extLst>
                          <a:ext uri="{FF2B5EF4-FFF2-40B4-BE49-F238E27FC236}">
                            <a16:creationId xmlns:a16="http://schemas.microsoft.com/office/drawing/2014/main" id="{9C7C7767-C928-0E42-A4F8-12F649C5F7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550" y="1504950"/>
                        <a:ext cx="6184900" cy="487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FB7BE-D862-7543-BEA8-D6579BC90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1816578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D28FDA8-B819-2E41-A7FB-6570C5E8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  <p:pic>
        <p:nvPicPr>
          <p:cNvPr id="119812" name="Picture 4">
            <a:extLst>
              <a:ext uri="{FF2B5EF4-FFF2-40B4-BE49-F238E27FC236}">
                <a16:creationId xmlns:a16="http://schemas.microsoft.com/office/drawing/2014/main" id="{AD8D01F2-94EB-7742-BFAF-1FCB63050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96" t="28342" r="23906" b="16536"/>
          <a:stretch>
            <a:fillRect/>
          </a:stretch>
        </p:blipFill>
        <p:spPr bwMode="auto">
          <a:xfrm>
            <a:off x="2711450" y="169864"/>
            <a:ext cx="6985000" cy="607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3724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36" name="Object 4">
            <a:extLst>
              <a:ext uri="{FF2B5EF4-FFF2-40B4-BE49-F238E27FC236}">
                <a16:creationId xmlns:a16="http://schemas.microsoft.com/office/drawing/2014/main" id="{CEAC0FEE-C186-2444-AFE2-7A42E96B457B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239963" y="403225"/>
          <a:ext cx="7440612" cy="578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Document" r:id="rId3" imgW="5638800" imgH="4381500" progId="Word.Document.8">
                  <p:embed/>
                </p:oleObj>
              </mc:Choice>
              <mc:Fallback>
                <p:oleObj name="Document" r:id="rId3" imgW="5638800" imgH="4381500" progId="Word.Document.8">
                  <p:embed/>
                  <p:pic>
                    <p:nvPicPr>
                      <p:cNvPr id="120836" name="Object 4">
                        <a:extLst>
                          <a:ext uri="{FF2B5EF4-FFF2-40B4-BE49-F238E27FC236}">
                            <a16:creationId xmlns:a16="http://schemas.microsoft.com/office/drawing/2014/main" id="{CEAC0FEE-C186-2444-AFE2-7A42E96B45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963" y="403225"/>
                        <a:ext cx="7440612" cy="578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B96ABFA-BCDB-CF46-A0FB-E653A430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48604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932" name="Object 4">
            <a:extLst>
              <a:ext uri="{FF2B5EF4-FFF2-40B4-BE49-F238E27FC236}">
                <a16:creationId xmlns:a16="http://schemas.microsoft.com/office/drawing/2014/main" id="{BDAE3FAB-2F86-EB4E-B56F-4B00FA40C89C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373313" y="188913"/>
          <a:ext cx="7364412" cy="603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Document" r:id="rId3" imgW="5638800" imgH="4622800" progId="Word.Document.8">
                  <p:embed/>
                </p:oleObj>
              </mc:Choice>
              <mc:Fallback>
                <p:oleObj name="Document" r:id="rId3" imgW="5638800" imgH="4622800" progId="Word.Document.8">
                  <p:embed/>
                  <p:pic>
                    <p:nvPicPr>
                      <p:cNvPr id="124932" name="Object 4">
                        <a:extLst>
                          <a:ext uri="{FF2B5EF4-FFF2-40B4-BE49-F238E27FC236}">
                            <a16:creationId xmlns:a16="http://schemas.microsoft.com/office/drawing/2014/main" id="{BDAE3FAB-2F86-EB4E-B56F-4B00FA40C8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3313" y="188913"/>
                        <a:ext cx="7364412" cy="603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6E78450-4407-E248-902B-1BC86DEF9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3960722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1" name="Rectangle 5">
            <a:extLst>
              <a:ext uri="{FF2B5EF4-FFF2-40B4-BE49-F238E27FC236}">
                <a16:creationId xmlns:a16="http://schemas.microsoft.com/office/drawing/2014/main" id="{A9032D92-BBD9-F94C-9966-7E2F51FDD4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graphicFrame>
        <p:nvGraphicFramePr>
          <p:cNvPr id="126980" name="Object 4">
            <a:extLst>
              <a:ext uri="{FF2B5EF4-FFF2-40B4-BE49-F238E27FC236}">
                <a16:creationId xmlns:a16="http://schemas.microsoft.com/office/drawing/2014/main" id="{97202A3A-5A52-4844-A993-3A54C5AB5DB3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566988" y="1414463"/>
          <a:ext cx="7129462" cy="496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Document" r:id="rId3" imgW="5651500" imgH="3937000" progId="Word.Document.8">
                  <p:embed/>
                </p:oleObj>
              </mc:Choice>
              <mc:Fallback>
                <p:oleObj name="Document" r:id="rId3" imgW="5651500" imgH="3937000" progId="Word.Document.8">
                  <p:embed/>
                  <p:pic>
                    <p:nvPicPr>
                      <p:cNvPr id="126980" name="Object 4">
                        <a:extLst>
                          <a:ext uri="{FF2B5EF4-FFF2-40B4-BE49-F238E27FC236}">
                            <a16:creationId xmlns:a16="http://schemas.microsoft.com/office/drawing/2014/main" id="{97202A3A-5A52-4844-A993-3A54C5AB5D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1414463"/>
                        <a:ext cx="7129462" cy="496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7FF94-AA68-2C4F-BA2C-33F8A80AB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3217364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9" name="Rectangle 5">
            <a:extLst>
              <a:ext uri="{FF2B5EF4-FFF2-40B4-BE49-F238E27FC236}">
                <a16:creationId xmlns:a16="http://schemas.microsoft.com/office/drawing/2014/main" id="{05842594-DE25-3D4A-9758-9CCB0EC373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graphicFrame>
        <p:nvGraphicFramePr>
          <p:cNvPr id="129028" name="Object 4">
            <a:extLst>
              <a:ext uri="{FF2B5EF4-FFF2-40B4-BE49-F238E27FC236}">
                <a16:creationId xmlns:a16="http://schemas.microsoft.com/office/drawing/2014/main" id="{0890D03D-7A33-4343-BBA2-E3E3B919C3B5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941513" y="1949450"/>
          <a:ext cx="7821612" cy="273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Document" r:id="rId3" imgW="5638800" imgH="1968500" progId="Word.Document.8">
                  <p:embed/>
                </p:oleObj>
              </mc:Choice>
              <mc:Fallback>
                <p:oleObj name="Document" r:id="rId3" imgW="5638800" imgH="1968500" progId="Word.Document.8">
                  <p:embed/>
                  <p:pic>
                    <p:nvPicPr>
                      <p:cNvPr id="129028" name="Object 4">
                        <a:extLst>
                          <a:ext uri="{FF2B5EF4-FFF2-40B4-BE49-F238E27FC236}">
                            <a16:creationId xmlns:a16="http://schemas.microsoft.com/office/drawing/2014/main" id="{0890D03D-7A33-4343-BBA2-E3E3B919C3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13" y="1949450"/>
                        <a:ext cx="7821612" cy="273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8025B-87DB-F349-908C-9A8E4A89F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2818654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076" name="Object 4">
            <a:extLst>
              <a:ext uri="{FF2B5EF4-FFF2-40B4-BE49-F238E27FC236}">
                <a16:creationId xmlns:a16="http://schemas.microsoft.com/office/drawing/2014/main" id="{E00225B7-8628-4943-BC5E-9EE64E19383B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668588" y="188913"/>
          <a:ext cx="6500812" cy="607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Document" r:id="rId3" imgW="5638800" imgH="5270500" progId="Word.Document.8">
                  <p:embed/>
                </p:oleObj>
              </mc:Choice>
              <mc:Fallback>
                <p:oleObj name="Document" r:id="rId3" imgW="5638800" imgH="5270500" progId="Word.Document.8">
                  <p:embed/>
                  <p:pic>
                    <p:nvPicPr>
                      <p:cNvPr id="131076" name="Object 4">
                        <a:extLst>
                          <a:ext uri="{FF2B5EF4-FFF2-40B4-BE49-F238E27FC236}">
                            <a16:creationId xmlns:a16="http://schemas.microsoft.com/office/drawing/2014/main" id="{E00225B7-8628-4943-BC5E-9EE64E1938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88" y="188913"/>
                        <a:ext cx="6500812" cy="607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084A5E2-26C2-B34C-812F-DBFCEA7AA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1721446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28" name="Object 8">
            <a:extLst>
              <a:ext uri="{FF2B5EF4-FFF2-40B4-BE49-F238E27FC236}">
                <a16:creationId xmlns:a16="http://schemas.microsoft.com/office/drawing/2014/main" id="{3DD05B88-AD13-8640-8BA0-41CC437A5A27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930525" y="188913"/>
          <a:ext cx="5859463" cy="648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Document" r:id="rId3" imgW="5638800" imgH="6235700" progId="Word.Document.8">
                  <p:embed/>
                </p:oleObj>
              </mc:Choice>
              <mc:Fallback>
                <p:oleObj name="Document" r:id="rId3" imgW="5638800" imgH="6235700" progId="Word.Document.8">
                  <p:embed/>
                  <p:pic>
                    <p:nvPicPr>
                      <p:cNvPr id="133128" name="Object 8">
                        <a:extLst>
                          <a:ext uri="{FF2B5EF4-FFF2-40B4-BE49-F238E27FC236}">
                            <a16:creationId xmlns:a16="http://schemas.microsoft.com/office/drawing/2014/main" id="{3DD05B88-AD13-8640-8BA0-41CC437A5A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525" y="188913"/>
                        <a:ext cx="5859463" cy="648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F32CE80-9CED-FD45-AD47-EFE11493D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2220518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172" name="Object 4">
            <a:extLst>
              <a:ext uri="{FF2B5EF4-FFF2-40B4-BE49-F238E27FC236}">
                <a16:creationId xmlns:a16="http://schemas.microsoft.com/office/drawing/2014/main" id="{F12C6F52-10CB-3046-A622-A64694A1DA5B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498725" y="138113"/>
          <a:ext cx="6689725" cy="608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Document" r:id="rId3" imgW="5651500" imgH="5143500" progId="Word.Document.8">
                  <p:embed/>
                </p:oleObj>
              </mc:Choice>
              <mc:Fallback>
                <p:oleObj name="Document" r:id="rId3" imgW="5651500" imgH="5143500" progId="Word.Document.8">
                  <p:embed/>
                  <p:pic>
                    <p:nvPicPr>
                      <p:cNvPr id="135172" name="Object 4">
                        <a:extLst>
                          <a:ext uri="{FF2B5EF4-FFF2-40B4-BE49-F238E27FC236}">
                            <a16:creationId xmlns:a16="http://schemas.microsoft.com/office/drawing/2014/main" id="{F12C6F52-10CB-3046-A622-A64694A1DA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725" y="138113"/>
                        <a:ext cx="6689725" cy="608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1370AF2-8178-3C4B-9CED-A6F6E62C3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1865596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220" name="Object 4">
            <a:extLst>
              <a:ext uri="{FF2B5EF4-FFF2-40B4-BE49-F238E27FC236}">
                <a16:creationId xmlns:a16="http://schemas.microsoft.com/office/drawing/2014/main" id="{0CF16AC1-05E6-2E44-9DE5-4C1B828ECB3D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854325" y="120650"/>
          <a:ext cx="6337300" cy="616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Document" r:id="rId3" imgW="5651500" imgH="5499100" progId="Word.Document.8">
                  <p:embed/>
                </p:oleObj>
              </mc:Choice>
              <mc:Fallback>
                <p:oleObj name="Document" r:id="rId3" imgW="5651500" imgH="5499100" progId="Word.Document.8">
                  <p:embed/>
                  <p:pic>
                    <p:nvPicPr>
                      <p:cNvPr id="137220" name="Object 4">
                        <a:extLst>
                          <a:ext uri="{FF2B5EF4-FFF2-40B4-BE49-F238E27FC236}">
                            <a16:creationId xmlns:a16="http://schemas.microsoft.com/office/drawing/2014/main" id="{0CF16AC1-05E6-2E44-9DE5-4C1B828ECB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325" y="120650"/>
                        <a:ext cx="6337300" cy="616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A545B7-4A82-E645-BFCD-BF54AB68B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2096881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267" name="Object 3">
            <a:extLst>
              <a:ext uri="{FF2B5EF4-FFF2-40B4-BE49-F238E27FC236}">
                <a16:creationId xmlns:a16="http://schemas.microsoft.com/office/drawing/2014/main" id="{35862E64-4AF9-7746-AE52-6265DCBC2F6E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495550" y="711200"/>
          <a:ext cx="7488238" cy="560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Document" r:id="rId3" imgW="5651500" imgH="4229100" progId="Word.Document.8">
                  <p:embed/>
                </p:oleObj>
              </mc:Choice>
              <mc:Fallback>
                <p:oleObj name="Document" r:id="rId3" imgW="5651500" imgH="4229100" progId="Word.Document.8">
                  <p:embed/>
                  <p:pic>
                    <p:nvPicPr>
                      <p:cNvPr id="139267" name="Object 3">
                        <a:extLst>
                          <a:ext uri="{FF2B5EF4-FFF2-40B4-BE49-F238E27FC236}">
                            <a16:creationId xmlns:a16="http://schemas.microsoft.com/office/drawing/2014/main" id="{35862E64-4AF9-7746-AE52-6265DCBC2F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711200"/>
                        <a:ext cx="7488238" cy="560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8231146-03C6-0644-8900-AE58FCC65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32531710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7" name="Rectangle 5">
            <a:extLst>
              <a:ext uri="{FF2B5EF4-FFF2-40B4-BE49-F238E27FC236}">
                <a16:creationId xmlns:a16="http://schemas.microsoft.com/office/drawing/2014/main" id="{921C4BCB-FA55-4249-8B3C-A04572D31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graphicFrame>
        <p:nvGraphicFramePr>
          <p:cNvPr id="141316" name="Object 4">
            <a:extLst>
              <a:ext uri="{FF2B5EF4-FFF2-40B4-BE49-F238E27FC236}">
                <a16:creationId xmlns:a16="http://schemas.microsoft.com/office/drawing/2014/main" id="{5DFF4595-E13E-0342-8772-F81968C3C4DE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928813" y="1660525"/>
          <a:ext cx="8404225" cy="349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Document" r:id="rId3" imgW="5651500" imgH="2349500" progId="Word.Document.8">
                  <p:embed/>
                </p:oleObj>
              </mc:Choice>
              <mc:Fallback>
                <p:oleObj name="Document" r:id="rId3" imgW="5651500" imgH="2349500" progId="Word.Document.8">
                  <p:embed/>
                  <p:pic>
                    <p:nvPicPr>
                      <p:cNvPr id="141316" name="Object 4">
                        <a:extLst>
                          <a:ext uri="{FF2B5EF4-FFF2-40B4-BE49-F238E27FC236}">
                            <a16:creationId xmlns:a16="http://schemas.microsoft.com/office/drawing/2014/main" id="{5DFF4595-E13E-0342-8772-F81968C3C4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813" y="1660525"/>
                        <a:ext cx="8404225" cy="349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72251-E6E2-C240-8445-86AC4CD83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17310570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64" name="Object 4">
            <a:extLst>
              <a:ext uri="{FF2B5EF4-FFF2-40B4-BE49-F238E27FC236}">
                <a16:creationId xmlns:a16="http://schemas.microsoft.com/office/drawing/2014/main" id="{D1D99D3C-BC2E-E841-B1D7-89CA8651A84C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640013" y="88900"/>
          <a:ext cx="6264275" cy="602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Document" r:id="rId3" imgW="5651500" imgH="5435600" progId="Word.Document.8">
                  <p:embed/>
                </p:oleObj>
              </mc:Choice>
              <mc:Fallback>
                <p:oleObj name="Document" r:id="rId3" imgW="5651500" imgH="5435600" progId="Word.Document.8">
                  <p:embed/>
                  <p:pic>
                    <p:nvPicPr>
                      <p:cNvPr id="143364" name="Object 4">
                        <a:extLst>
                          <a:ext uri="{FF2B5EF4-FFF2-40B4-BE49-F238E27FC236}">
                            <a16:creationId xmlns:a16="http://schemas.microsoft.com/office/drawing/2014/main" id="{D1D99D3C-BC2E-E841-B1D7-89CA8651A8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88900"/>
                        <a:ext cx="6264275" cy="602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72D4A72-9CAA-C249-9444-DC67E36FD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996953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412" name="Object 4">
            <a:extLst>
              <a:ext uri="{FF2B5EF4-FFF2-40B4-BE49-F238E27FC236}">
                <a16:creationId xmlns:a16="http://schemas.microsoft.com/office/drawing/2014/main" id="{1FE1251E-2673-0E46-97D7-B90C09672D01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043238" y="193675"/>
          <a:ext cx="5718175" cy="603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Document" r:id="rId3" imgW="5651500" imgH="5969000" progId="Word.Document.8">
                  <p:embed/>
                </p:oleObj>
              </mc:Choice>
              <mc:Fallback>
                <p:oleObj name="Document" r:id="rId3" imgW="5651500" imgH="5969000" progId="Word.Document.8">
                  <p:embed/>
                  <p:pic>
                    <p:nvPicPr>
                      <p:cNvPr id="145412" name="Object 4">
                        <a:extLst>
                          <a:ext uri="{FF2B5EF4-FFF2-40B4-BE49-F238E27FC236}">
                            <a16:creationId xmlns:a16="http://schemas.microsoft.com/office/drawing/2014/main" id="{1FE1251E-2673-0E46-97D7-B90C09672D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3238" y="193675"/>
                        <a:ext cx="5718175" cy="603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F5C00BA-4143-5543-A83F-F1CB9EAA1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37496748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460" name="Object 4">
            <a:extLst>
              <a:ext uri="{FF2B5EF4-FFF2-40B4-BE49-F238E27FC236}">
                <a16:creationId xmlns:a16="http://schemas.microsoft.com/office/drawing/2014/main" id="{D8F31FDF-A7C2-D94F-B801-5A4DFB87D2A5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187700" y="192088"/>
          <a:ext cx="5507038" cy="611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3" name="Document" r:id="rId3" imgW="5651500" imgH="6273800" progId="Word.Document.8">
                  <p:embed/>
                </p:oleObj>
              </mc:Choice>
              <mc:Fallback>
                <p:oleObj name="Document" r:id="rId3" imgW="5651500" imgH="6273800" progId="Word.Document.8">
                  <p:embed/>
                  <p:pic>
                    <p:nvPicPr>
                      <p:cNvPr id="147460" name="Object 4">
                        <a:extLst>
                          <a:ext uri="{FF2B5EF4-FFF2-40B4-BE49-F238E27FC236}">
                            <a16:creationId xmlns:a16="http://schemas.microsoft.com/office/drawing/2014/main" id="{D8F31FDF-A7C2-D94F-B801-5A4DFB87D2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00" y="192088"/>
                        <a:ext cx="5507038" cy="611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8CC9DE3-FD8F-8548-BE8A-11D226B72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38147410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508" name="Object 4">
            <a:extLst>
              <a:ext uri="{FF2B5EF4-FFF2-40B4-BE49-F238E27FC236}">
                <a16:creationId xmlns:a16="http://schemas.microsoft.com/office/drawing/2014/main" id="{A04412A5-E2C9-3141-8B65-80A6F38349ED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065338" y="373063"/>
          <a:ext cx="7773987" cy="584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" name="Document" r:id="rId3" imgW="5486400" imgH="4127500" progId="Word.Document.8">
                  <p:embed/>
                </p:oleObj>
              </mc:Choice>
              <mc:Fallback>
                <p:oleObj name="Document" r:id="rId3" imgW="5486400" imgH="4127500" progId="Word.Document.8">
                  <p:embed/>
                  <p:pic>
                    <p:nvPicPr>
                      <p:cNvPr id="149508" name="Object 4">
                        <a:extLst>
                          <a:ext uri="{FF2B5EF4-FFF2-40B4-BE49-F238E27FC236}">
                            <a16:creationId xmlns:a16="http://schemas.microsoft.com/office/drawing/2014/main" id="{A04412A5-E2C9-3141-8B65-80A6F38349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8" y="373063"/>
                        <a:ext cx="7773987" cy="584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B4340F5-1F8E-EB4C-8FA9-FE423FF9C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40305789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7" name="Rectangle 5">
            <a:extLst>
              <a:ext uri="{FF2B5EF4-FFF2-40B4-BE49-F238E27FC236}">
                <a16:creationId xmlns:a16="http://schemas.microsoft.com/office/drawing/2014/main" id="{403EC7AB-10AA-1041-BDD5-44D8EE3E2F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graphicFrame>
        <p:nvGraphicFramePr>
          <p:cNvPr id="151556" name="Object 4">
            <a:extLst>
              <a:ext uri="{FF2B5EF4-FFF2-40B4-BE49-F238E27FC236}">
                <a16:creationId xmlns:a16="http://schemas.microsoft.com/office/drawing/2014/main" id="{73C2CC0F-789B-674B-82A5-CB0BAF416ED9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927225" y="1263650"/>
          <a:ext cx="8264525" cy="422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1" name="Document" r:id="rId3" imgW="5486400" imgH="2806700" progId="Word.Document.8">
                  <p:embed/>
                </p:oleObj>
              </mc:Choice>
              <mc:Fallback>
                <p:oleObj name="Document" r:id="rId3" imgW="5486400" imgH="2806700" progId="Word.Document.8">
                  <p:embed/>
                  <p:pic>
                    <p:nvPicPr>
                      <p:cNvPr id="151556" name="Object 4">
                        <a:extLst>
                          <a:ext uri="{FF2B5EF4-FFF2-40B4-BE49-F238E27FC236}">
                            <a16:creationId xmlns:a16="http://schemas.microsoft.com/office/drawing/2014/main" id="{73C2CC0F-789B-674B-82A5-CB0BAF416E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7225" y="1263650"/>
                        <a:ext cx="8264525" cy="422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2F0AF-AB29-9A47-B309-45CB53E73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20135029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04" name="Object 4">
            <a:extLst>
              <a:ext uri="{FF2B5EF4-FFF2-40B4-BE49-F238E27FC236}">
                <a16:creationId xmlns:a16="http://schemas.microsoft.com/office/drawing/2014/main" id="{3AC15FC5-19D0-0F43-820D-6B74809A24E5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279650" y="168275"/>
          <a:ext cx="7199313" cy="611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5" name="Document" r:id="rId3" imgW="5486400" imgH="4660900" progId="Word.Document.8">
                  <p:embed/>
                </p:oleObj>
              </mc:Choice>
              <mc:Fallback>
                <p:oleObj name="Document" r:id="rId3" imgW="5486400" imgH="4660900" progId="Word.Document.8">
                  <p:embed/>
                  <p:pic>
                    <p:nvPicPr>
                      <p:cNvPr id="153604" name="Object 4">
                        <a:extLst>
                          <a:ext uri="{FF2B5EF4-FFF2-40B4-BE49-F238E27FC236}">
                            <a16:creationId xmlns:a16="http://schemas.microsoft.com/office/drawing/2014/main" id="{3AC15FC5-19D0-0F43-820D-6B74809A24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168275"/>
                        <a:ext cx="7199313" cy="611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8236E1C-EA12-C74E-B33E-1E4EDEEBB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25413549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3" name="Rectangle 5">
            <a:extLst>
              <a:ext uri="{FF2B5EF4-FFF2-40B4-BE49-F238E27FC236}">
                <a16:creationId xmlns:a16="http://schemas.microsoft.com/office/drawing/2014/main" id="{541143D8-1D83-844E-AB2F-60F87A107F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graphicFrame>
        <p:nvGraphicFramePr>
          <p:cNvPr id="155652" name="Object 4">
            <a:extLst>
              <a:ext uri="{FF2B5EF4-FFF2-40B4-BE49-F238E27FC236}">
                <a16:creationId xmlns:a16="http://schemas.microsoft.com/office/drawing/2014/main" id="{3C1EDB79-CDBE-E44A-83D1-D1101AADA552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208213" y="1428750"/>
          <a:ext cx="7775575" cy="487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9" name="Document" r:id="rId3" imgW="5486400" imgH="3441700" progId="Word.Document.8">
                  <p:embed/>
                </p:oleObj>
              </mc:Choice>
              <mc:Fallback>
                <p:oleObj name="Document" r:id="rId3" imgW="5486400" imgH="3441700" progId="Word.Document.8">
                  <p:embed/>
                  <p:pic>
                    <p:nvPicPr>
                      <p:cNvPr id="155652" name="Object 4">
                        <a:extLst>
                          <a:ext uri="{FF2B5EF4-FFF2-40B4-BE49-F238E27FC236}">
                            <a16:creationId xmlns:a16="http://schemas.microsoft.com/office/drawing/2014/main" id="{3C1EDB79-CDBE-E44A-83D1-D1101AADA5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1428750"/>
                        <a:ext cx="7775575" cy="487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4DD38-AC23-7341-BD84-A2D8EC59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25255748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9" name="Rectangle 9">
            <a:extLst>
              <a:ext uri="{FF2B5EF4-FFF2-40B4-BE49-F238E27FC236}">
                <a16:creationId xmlns:a16="http://schemas.microsoft.com/office/drawing/2014/main" id="{D31784CB-1A7E-5948-BC32-6046D7D3D8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1" y="152401"/>
            <a:ext cx="8062913" cy="1044575"/>
          </a:xfrm>
        </p:spPr>
        <p:txBody>
          <a:bodyPr/>
          <a:lstStyle/>
          <a:p>
            <a:r>
              <a:rPr lang="en-US" altLang="en-US" sz="3200"/>
              <a:t>3. Distribusi Gamma dan Eksponensial</a:t>
            </a:r>
          </a:p>
        </p:txBody>
      </p:sp>
      <p:graphicFrame>
        <p:nvGraphicFramePr>
          <p:cNvPr id="102408" name="Object 8">
            <a:extLst>
              <a:ext uri="{FF2B5EF4-FFF2-40B4-BE49-F238E27FC236}">
                <a16:creationId xmlns:a16="http://schemas.microsoft.com/office/drawing/2014/main" id="{F8DA3104-E22A-254F-85B4-AA7F070E7A33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847850" y="1863725"/>
          <a:ext cx="8423275" cy="302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3" name="Document" r:id="rId3" imgW="5727700" imgH="2057400" progId="Word.Document.8">
                  <p:embed/>
                </p:oleObj>
              </mc:Choice>
              <mc:Fallback>
                <p:oleObj name="Document" r:id="rId3" imgW="5727700" imgH="2057400" progId="Word.Document.8">
                  <p:embed/>
                  <p:pic>
                    <p:nvPicPr>
                      <p:cNvPr id="102408" name="Object 8">
                        <a:extLst>
                          <a:ext uri="{FF2B5EF4-FFF2-40B4-BE49-F238E27FC236}">
                            <a16:creationId xmlns:a16="http://schemas.microsoft.com/office/drawing/2014/main" id="{F8DA3104-E22A-254F-85B4-AA7F070E7A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1863725"/>
                        <a:ext cx="8423275" cy="302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FF059-D630-364F-8092-C64DF1B08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26679595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700" name="Object 4">
            <a:extLst>
              <a:ext uri="{FF2B5EF4-FFF2-40B4-BE49-F238E27FC236}">
                <a16:creationId xmlns:a16="http://schemas.microsoft.com/office/drawing/2014/main" id="{837445D3-A959-CC40-BAE2-89E8C1926012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857500" y="1233488"/>
          <a:ext cx="7034213" cy="482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7" name="Document" r:id="rId3" imgW="4762500" imgH="3263900" progId="Word.Document.8">
                  <p:embed/>
                </p:oleObj>
              </mc:Choice>
              <mc:Fallback>
                <p:oleObj name="Document" r:id="rId3" imgW="4762500" imgH="3263900" progId="Word.Document.8">
                  <p:embed/>
                  <p:pic>
                    <p:nvPicPr>
                      <p:cNvPr id="157700" name="Object 4">
                        <a:extLst>
                          <a:ext uri="{FF2B5EF4-FFF2-40B4-BE49-F238E27FC236}">
                            <a16:creationId xmlns:a16="http://schemas.microsoft.com/office/drawing/2014/main" id="{837445D3-A959-CC40-BAE2-89E8C19260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1233488"/>
                        <a:ext cx="7034213" cy="482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8AE08-44AE-214F-B32B-1123F2F3A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  <p:sp>
        <p:nvSpPr>
          <p:cNvPr id="157703" name="Rectangle 7">
            <a:extLst>
              <a:ext uri="{FF2B5EF4-FFF2-40B4-BE49-F238E27FC236}">
                <a16:creationId xmlns:a16="http://schemas.microsoft.com/office/drawing/2014/main" id="{2A1F4D15-1ACE-E34A-BED6-8A2E96CFD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152401"/>
            <a:ext cx="8062913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defRPr sz="44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algn="ctr">
              <a:defRPr sz="4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algn="ctr">
              <a:defRPr sz="44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algn="ctr">
              <a:defRPr sz="44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algn="ctr">
              <a:defRPr sz="44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/>
            <a:r>
              <a:rPr lang="en-US" altLang="en-US" sz="3200"/>
              <a:t>3. Distribusi Gamma dan Eksponensial</a:t>
            </a:r>
          </a:p>
        </p:txBody>
      </p:sp>
    </p:spTree>
    <p:extLst>
      <p:ext uri="{BB962C8B-B14F-4D97-AF65-F5344CB8AC3E}">
        <p14:creationId xmlns:p14="http://schemas.microsoft.com/office/powerpoint/2010/main" val="11598915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748" name="Object 4">
            <a:extLst>
              <a:ext uri="{FF2B5EF4-FFF2-40B4-BE49-F238E27FC236}">
                <a16:creationId xmlns:a16="http://schemas.microsoft.com/office/drawing/2014/main" id="{885C0C1F-0841-E34F-92F2-9FEA74051006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209800" y="436563"/>
          <a:ext cx="7480300" cy="570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" name="Document" r:id="rId3" imgW="4762500" imgH="3632200" progId="Word.Document.8">
                  <p:embed/>
                </p:oleObj>
              </mc:Choice>
              <mc:Fallback>
                <p:oleObj name="Document" r:id="rId3" imgW="4762500" imgH="3632200" progId="Word.Document.8">
                  <p:embed/>
                  <p:pic>
                    <p:nvPicPr>
                      <p:cNvPr id="159748" name="Object 4">
                        <a:extLst>
                          <a:ext uri="{FF2B5EF4-FFF2-40B4-BE49-F238E27FC236}">
                            <a16:creationId xmlns:a16="http://schemas.microsoft.com/office/drawing/2014/main" id="{885C0C1F-0841-E34F-92F2-9FEA740510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36563"/>
                        <a:ext cx="7480300" cy="570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3A8766-6336-1040-A4DE-944F9CC0C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25564164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796" name="Object 4">
            <a:extLst>
              <a:ext uri="{FF2B5EF4-FFF2-40B4-BE49-F238E27FC236}">
                <a16:creationId xmlns:a16="http://schemas.microsoft.com/office/drawing/2014/main" id="{DC18F832-C7CE-364A-B491-1FD109761D2E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424113" y="214313"/>
          <a:ext cx="7127875" cy="620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5" name="Document" r:id="rId3" imgW="4902200" imgH="4267200" progId="Word.Document.8">
                  <p:embed/>
                </p:oleObj>
              </mc:Choice>
              <mc:Fallback>
                <p:oleObj name="Document" r:id="rId3" imgW="4902200" imgH="4267200" progId="Word.Document.8">
                  <p:embed/>
                  <p:pic>
                    <p:nvPicPr>
                      <p:cNvPr id="161796" name="Object 4">
                        <a:extLst>
                          <a:ext uri="{FF2B5EF4-FFF2-40B4-BE49-F238E27FC236}">
                            <a16:creationId xmlns:a16="http://schemas.microsoft.com/office/drawing/2014/main" id="{DC18F832-C7CE-364A-B491-1FD109761D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214313"/>
                        <a:ext cx="7127875" cy="620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DCB7FD-06D7-C245-9F00-53BBCBBFE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10205090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44" name="Object 4">
            <a:extLst>
              <a:ext uri="{FF2B5EF4-FFF2-40B4-BE49-F238E27FC236}">
                <a16:creationId xmlns:a16="http://schemas.microsoft.com/office/drawing/2014/main" id="{235F743E-93D2-EB4E-B7A1-DF53B490923A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135188" y="379413"/>
          <a:ext cx="7631112" cy="583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9" name="Document" r:id="rId3" imgW="4902200" imgH="3746500" progId="Word.Document.8">
                  <p:embed/>
                </p:oleObj>
              </mc:Choice>
              <mc:Fallback>
                <p:oleObj name="Document" r:id="rId3" imgW="4902200" imgH="3746500" progId="Word.Document.8">
                  <p:embed/>
                  <p:pic>
                    <p:nvPicPr>
                      <p:cNvPr id="163844" name="Object 4">
                        <a:extLst>
                          <a:ext uri="{FF2B5EF4-FFF2-40B4-BE49-F238E27FC236}">
                            <a16:creationId xmlns:a16="http://schemas.microsoft.com/office/drawing/2014/main" id="{235F743E-93D2-EB4E-B7A1-DF53B49092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379413"/>
                        <a:ext cx="7631112" cy="583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16BCCF-1BE4-1B4B-8689-5281E290C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1096685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892" name="Object 4">
            <a:extLst>
              <a:ext uri="{FF2B5EF4-FFF2-40B4-BE49-F238E27FC236}">
                <a16:creationId xmlns:a16="http://schemas.microsoft.com/office/drawing/2014/main" id="{309766DB-6F53-434A-9F2E-98061E0F5D06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144713" y="625475"/>
          <a:ext cx="7829550" cy="550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3" name="Document" r:id="rId3" imgW="4749800" imgH="3340100" progId="Word.Document.8">
                  <p:embed/>
                </p:oleObj>
              </mc:Choice>
              <mc:Fallback>
                <p:oleObj name="Document" r:id="rId3" imgW="4749800" imgH="3340100" progId="Word.Document.8">
                  <p:embed/>
                  <p:pic>
                    <p:nvPicPr>
                      <p:cNvPr id="165892" name="Object 4">
                        <a:extLst>
                          <a:ext uri="{FF2B5EF4-FFF2-40B4-BE49-F238E27FC236}">
                            <a16:creationId xmlns:a16="http://schemas.microsoft.com/office/drawing/2014/main" id="{309766DB-6F53-434A-9F2E-98061E0F5D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713" y="625475"/>
                        <a:ext cx="7829550" cy="550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72A6D1F-7FA7-AA4D-9CFB-3DB9822B3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18476675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940" name="Object 4">
            <a:extLst>
              <a:ext uri="{FF2B5EF4-FFF2-40B4-BE49-F238E27FC236}">
                <a16:creationId xmlns:a16="http://schemas.microsoft.com/office/drawing/2014/main" id="{48942FA4-9894-1247-965C-6C5D79EF1B52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931988" y="1844675"/>
          <a:ext cx="8397875" cy="312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7" name="Document" r:id="rId3" imgW="4749800" imgH="1765300" progId="Word.Document.8">
                  <p:embed/>
                </p:oleObj>
              </mc:Choice>
              <mc:Fallback>
                <p:oleObj name="Document" r:id="rId3" imgW="4749800" imgH="1765300" progId="Word.Document.8">
                  <p:embed/>
                  <p:pic>
                    <p:nvPicPr>
                      <p:cNvPr id="167940" name="Object 4">
                        <a:extLst>
                          <a:ext uri="{FF2B5EF4-FFF2-40B4-BE49-F238E27FC236}">
                            <a16:creationId xmlns:a16="http://schemas.microsoft.com/office/drawing/2014/main" id="{48942FA4-9894-1247-965C-6C5D79EF1B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988" y="1844675"/>
                        <a:ext cx="8397875" cy="312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1BB0-EDEB-754D-ADC7-055A2F0BB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  <p:sp>
        <p:nvSpPr>
          <p:cNvPr id="167943" name="Rectangle 7">
            <a:extLst>
              <a:ext uri="{FF2B5EF4-FFF2-40B4-BE49-F238E27FC236}">
                <a16:creationId xmlns:a16="http://schemas.microsoft.com/office/drawing/2014/main" id="{AE6F77D0-5EFF-8941-9F70-86928843A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152401"/>
            <a:ext cx="8062913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defRPr sz="44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algn="ctr">
              <a:defRPr sz="4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algn="ctr">
              <a:defRPr sz="44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algn="ctr">
              <a:defRPr sz="44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algn="ctr">
              <a:defRPr sz="44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/>
            <a:r>
              <a:rPr lang="en-US" altLang="en-US" sz="3200"/>
              <a:t>3. Distribusi Gamma dan Eksponensial</a:t>
            </a:r>
          </a:p>
        </p:txBody>
      </p:sp>
    </p:spTree>
    <p:extLst>
      <p:ext uri="{BB962C8B-B14F-4D97-AF65-F5344CB8AC3E}">
        <p14:creationId xmlns:p14="http://schemas.microsoft.com/office/powerpoint/2010/main" val="30176913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9" name="Rectangle 7">
            <a:extLst>
              <a:ext uri="{FF2B5EF4-FFF2-40B4-BE49-F238E27FC236}">
                <a16:creationId xmlns:a16="http://schemas.microsoft.com/office/drawing/2014/main" id="{D89BC6F6-E93E-AC47-9C9F-07F4AB60E1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1" y="152401"/>
            <a:ext cx="8062913" cy="1044575"/>
          </a:xfrm>
          <a:noFill/>
          <a:ln/>
        </p:spPr>
        <p:txBody>
          <a:bodyPr/>
          <a:lstStyle/>
          <a:p>
            <a:r>
              <a:rPr lang="en-US" altLang="en-US" sz="3200"/>
              <a:t>3. Distribusi Gamma dan Eksponensial</a:t>
            </a:r>
          </a:p>
        </p:txBody>
      </p:sp>
      <p:graphicFrame>
        <p:nvGraphicFramePr>
          <p:cNvPr id="105476" name="Object 4">
            <a:extLst>
              <a:ext uri="{FF2B5EF4-FFF2-40B4-BE49-F238E27FC236}">
                <a16:creationId xmlns:a16="http://schemas.microsoft.com/office/drawing/2014/main" id="{9F77FFCF-072D-DF4F-B0CE-C27CC77202ED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359025" y="1196975"/>
          <a:ext cx="7256463" cy="522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1" name="Document" r:id="rId3" imgW="5727700" imgH="4127500" progId="Word.Document.8">
                  <p:embed/>
                </p:oleObj>
              </mc:Choice>
              <mc:Fallback>
                <p:oleObj name="Document" r:id="rId3" imgW="5727700" imgH="4127500" progId="Word.Document.8">
                  <p:embed/>
                  <p:pic>
                    <p:nvPicPr>
                      <p:cNvPr id="105476" name="Object 4">
                        <a:extLst>
                          <a:ext uri="{FF2B5EF4-FFF2-40B4-BE49-F238E27FC236}">
                            <a16:creationId xmlns:a16="http://schemas.microsoft.com/office/drawing/2014/main" id="{9F77FFCF-072D-DF4F-B0CE-C27CC77202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025" y="1196975"/>
                        <a:ext cx="7256463" cy="522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79E93-F735-2248-8065-9A6DEF8D3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9792846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5" name="Rectangle 5">
            <a:extLst>
              <a:ext uri="{FF2B5EF4-FFF2-40B4-BE49-F238E27FC236}">
                <a16:creationId xmlns:a16="http://schemas.microsoft.com/office/drawing/2014/main" id="{481FE38A-2002-FA4E-A02E-804B55FA99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4. Distribusi Chi-Kuadrat</a:t>
            </a:r>
          </a:p>
        </p:txBody>
      </p:sp>
      <p:graphicFrame>
        <p:nvGraphicFramePr>
          <p:cNvPr id="107524" name="Object 4">
            <a:extLst>
              <a:ext uri="{FF2B5EF4-FFF2-40B4-BE49-F238E27FC236}">
                <a16:creationId xmlns:a16="http://schemas.microsoft.com/office/drawing/2014/main" id="{65F54EA5-505E-E845-9B21-E4D0A51B6E21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389313" y="2255838"/>
          <a:ext cx="5727700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5" name="Document" r:id="rId3" imgW="5727700" imgH="2971800" progId="Word.Document.8">
                  <p:embed/>
                </p:oleObj>
              </mc:Choice>
              <mc:Fallback>
                <p:oleObj name="Document" r:id="rId3" imgW="5727700" imgH="2971800" progId="Word.Document.8">
                  <p:embed/>
                  <p:pic>
                    <p:nvPicPr>
                      <p:cNvPr id="107524" name="Object 4">
                        <a:extLst>
                          <a:ext uri="{FF2B5EF4-FFF2-40B4-BE49-F238E27FC236}">
                            <a16:creationId xmlns:a16="http://schemas.microsoft.com/office/drawing/2014/main" id="{65F54EA5-505E-E845-9B21-E4D0A51B6E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313" y="2255838"/>
                        <a:ext cx="5727700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49B6B-BAB5-C44B-AC5E-F99FEF10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26350290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9" name="Rectangle 5">
            <a:extLst>
              <a:ext uri="{FF2B5EF4-FFF2-40B4-BE49-F238E27FC236}">
                <a16:creationId xmlns:a16="http://schemas.microsoft.com/office/drawing/2014/main" id="{B80ED9D7-8D04-724D-8E38-CF9DF30817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4. Distribusi Chi-Kuadrat</a:t>
            </a:r>
          </a:p>
        </p:txBody>
      </p:sp>
      <p:graphicFrame>
        <p:nvGraphicFramePr>
          <p:cNvPr id="169988" name="Object 4">
            <a:extLst>
              <a:ext uri="{FF2B5EF4-FFF2-40B4-BE49-F238E27FC236}">
                <a16:creationId xmlns:a16="http://schemas.microsoft.com/office/drawing/2014/main" id="{68052FB2-C075-3542-9295-48876BF8D7DC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866900" y="1031875"/>
          <a:ext cx="8534400" cy="475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9" name="Document" r:id="rId3" imgW="4762500" imgH="2654300" progId="Word.Document.8">
                  <p:embed/>
                </p:oleObj>
              </mc:Choice>
              <mc:Fallback>
                <p:oleObj name="Document" r:id="rId3" imgW="4762500" imgH="2654300" progId="Word.Document.8">
                  <p:embed/>
                  <p:pic>
                    <p:nvPicPr>
                      <p:cNvPr id="169988" name="Object 4">
                        <a:extLst>
                          <a:ext uri="{FF2B5EF4-FFF2-40B4-BE49-F238E27FC236}">
                            <a16:creationId xmlns:a16="http://schemas.microsoft.com/office/drawing/2014/main" id="{68052FB2-C075-3542-9295-48876BF8D7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1031875"/>
                        <a:ext cx="8534400" cy="475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7605B-D897-2A4E-A663-4E1A6B2B7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42640099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3" name="Rectangle 5">
            <a:extLst>
              <a:ext uri="{FF2B5EF4-FFF2-40B4-BE49-F238E27FC236}">
                <a16:creationId xmlns:a16="http://schemas.microsoft.com/office/drawing/2014/main" id="{6A982BFA-A232-A941-AD40-A61FBA8B78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5. Distribusi Lognormal</a:t>
            </a:r>
          </a:p>
        </p:txBody>
      </p:sp>
      <p:graphicFrame>
        <p:nvGraphicFramePr>
          <p:cNvPr id="109572" name="Object 4">
            <a:extLst>
              <a:ext uri="{FF2B5EF4-FFF2-40B4-BE49-F238E27FC236}">
                <a16:creationId xmlns:a16="http://schemas.microsoft.com/office/drawing/2014/main" id="{529A7115-2010-4A4B-A4A6-4B6282C1B1FE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774825" y="1917700"/>
          <a:ext cx="8569325" cy="376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3" name="Document" r:id="rId3" imgW="5727700" imgH="2514600" progId="Word.Document.8">
                  <p:embed/>
                </p:oleObj>
              </mc:Choice>
              <mc:Fallback>
                <p:oleObj name="Document" r:id="rId3" imgW="5727700" imgH="2514600" progId="Word.Document.8">
                  <p:embed/>
                  <p:pic>
                    <p:nvPicPr>
                      <p:cNvPr id="109572" name="Object 4">
                        <a:extLst>
                          <a:ext uri="{FF2B5EF4-FFF2-40B4-BE49-F238E27FC236}">
                            <a16:creationId xmlns:a16="http://schemas.microsoft.com/office/drawing/2014/main" id="{529A7115-2010-4A4B-A4A6-4B6282C1B1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1917700"/>
                        <a:ext cx="8569325" cy="376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EDD73-A29A-474E-A421-8A8BFC10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16904031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7" name="Rectangle 5">
            <a:extLst>
              <a:ext uri="{FF2B5EF4-FFF2-40B4-BE49-F238E27FC236}">
                <a16:creationId xmlns:a16="http://schemas.microsoft.com/office/drawing/2014/main" id="{02C056E5-A2A8-B34C-BE80-F8A0F4460A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graphicFrame>
        <p:nvGraphicFramePr>
          <p:cNvPr id="172036" name="Object 4">
            <a:extLst>
              <a:ext uri="{FF2B5EF4-FFF2-40B4-BE49-F238E27FC236}">
                <a16:creationId xmlns:a16="http://schemas.microsoft.com/office/drawing/2014/main" id="{ABF10B23-73FE-5A4D-8CA7-08B50EA96DB4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503488" y="1181100"/>
          <a:ext cx="7667625" cy="472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7" name="Document" r:id="rId3" imgW="4762500" imgH="2933700" progId="Word.Document.8">
                  <p:embed/>
                </p:oleObj>
              </mc:Choice>
              <mc:Fallback>
                <p:oleObj name="Document" r:id="rId3" imgW="4762500" imgH="2933700" progId="Word.Document.8">
                  <p:embed/>
                  <p:pic>
                    <p:nvPicPr>
                      <p:cNvPr id="172036" name="Object 4">
                        <a:extLst>
                          <a:ext uri="{FF2B5EF4-FFF2-40B4-BE49-F238E27FC236}">
                            <a16:creationId xmlns:a16="http://schemas.microsoft.com/office/drawing/2014/main" id="{ABF10B23-73FE-5A4D-8CA7-08B50EA96D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3488" y="1181100"/>
                        <a:ext cx="7667625" cy="472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69C83-AFD0-3840-9E70-DCD80579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21443861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084" name="Object 4">
            <a:extLst>
              <a:ext uri="{FF2B5EF4-FFF2-40B4-BE49-F238E27FC236}">
                <a16:creationId xmlns:a16="http://schemas.microsoft.com/office/drawing/2014/main" id="{B0890E30-C462-5B47-A01C-D1E2EB22D70A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497138" y="93663"/>
          <a:ext cx="6764337" cy="624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1" name="Document" r:id="rId3" imgW="4749800" imgH="4381500" progId="Word.Document.8">
                  <p:embed/>
                </p:oleObj>
              </mc:Choice>
              <mc:Fallback>
                <p:oleObj name="Document" r:id="rId3" imgW="4749800" imgH="4381500" progId="Word.Document.8">
                  <p:embed/>
                  <p:pic>
                    <p:nvPicPr>
                      <p:cNvPr id="174084" name="Object 4">
                        <a:extLst>
                          <a:ext uri="{FF2B5EF4-FFF2-40B4-BE49-F238E27FC236}">
                            <a16:creationId xmlns:a16="http://schemas.microsoft.com/office/drawing/2014/main" id="{B0890E30-C462-5B47-A01C-D1E2EB22D7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8" y="93663"/>
                        <a:ext cx="6764337" cy="624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8D373F5-7249-B44B-B6C1-30300800A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31954820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21" name="Rectangle 5">
            <a:extLst>
              <a:ext uri="{FF2B5EF4-FFF2-40B4-BE49-F238E27FC236}">
                <a16:creationId xmlns:a16="http://schemas.microsoft.com/office/drawing/2014/main" id="{18F650FA-DCE0-8845-8DA7-35A0ACBC84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6. Distribusi Weilbull</a:t>
            </a:r>
          </a:p>
        </p:txBody>
      </p:sp>
      <p:graphicFrame>
        <p:nvGraphicFramePr>
          <p:cNvPr id="111620" name="Object 4">
            <a:extLst>
              <a:ext uri="{FF2B5EF4-FFF2-40B4-BE49-F238E27FC236}">
                <a16:creationId xmlns:a16="http://schemas.microsoft.com/office/drawing/2014/main" id="{ABD50423-4D13-5248-B001-DF3958FC0126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919288" y="1725613"/>
          <a:ext cx="8137525" cy="324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5" name="Document" r:id="rId3" imgW="5727700" imgH="2286000" progId="Word.Document.8">
                  <p:embed/>
                </p:oleObj>
              </mc:Choice>
              <mc:Fallback>
                <p:oleObj name="Document" r:id="rId3" imgW="5727700" imgH="2286000" progId="Word.Document.8">
                  <p:embed/>
                  <p:pic>
                    <p:nvPicPr>
                      <p:cNvPr id="111620" name="Object 4">
                        <a:extLst>
                          <a:ext uri="{FF2B5EF4-FFF2-40B4-BE49-F238E27FC236}">
                            <a16:creationId xmlns:a16="http://schemas.microsoft.com/office/drawing/2014/main" id="{ABD50423-4D13-5248-B001-DF3958FC0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1725613"/>
                        <a:ext cx="8137525" cy="324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994EE-86F1-EE49-818F-0D6A399AF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35896302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3" name="Rectangle 5">
            <a:extLst>
              <a:ext uri="{FF2B5EF4-FFF2-40B4-BE49-F238E27FC236}">
                <a16:creationId xmlns:a16="http://schemas.microsoft.com/office/drawing/2014/main" id="{AD78658A-04A2-F148-9EEF-65A19FB7B5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6. Distribusi Weilbull</a:t>
            </a:r>
          </a:p>
        </p:txBody>
      </p:sp>
      <p:graphicFrame>
        <p:nvGraphicFramePr>
          <p:cNvPr id="176132" name="Object 4">
            <a:extLst>
              <a:ext uri="{FF2B5EF4-FFF2-40B4-BE49-F238E27FC236}">
                <a16:creationId xmlns:a16="http://schemas.microsoft.com/office/drawing/2014/main" id="{17AD68ED-3175-B64E-AEEF-B74050F92287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641600" y="1057275"/>
          <a:ext cx="7035800" cy="536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9" name="Document" r:id="rId3" imgW="4762500" imgH="3632200" progId="Word.Document.8">
                  <p:embed/>
                </p:oleObj>
              </mc:Choice>
              <mc:Fallback>
                <p:oleObj name="Document" r:id="rId3" imgW="4762500" imgH="3632200" progId="Word.Document.8">
                  <p:embed/>
                  <p:pic>
                    <p:nvPicPr>
                      <p:cNvPr id="176132" name="Object 4">
                        <a:extLst>
                          <a:ext uri="{FF2B5EF4-FFF2-40B4-BE49-F238E27FC236}">
                            <a16:creationId xmlns:a16="http://schemas.microsoft.com/office/drawing/2014/main" id="{17AD68ED-3175-B64E-AEEF-B74050F922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600" y="1057275"/>
                        <a:ext cx="7035800" cy="536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A6010-2B9C-FC41-B48A-16FF1CB16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7625328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81" name="Rectangle 5">
            <a:extLst>
              <a:ext uri="{FF2B5EF4-FFF2-40B4-BE49-F238E27FC236}">
                <a16:creationId xmlns:a16="http://schemas.microsoft.com/office/drawing/2014/main" id="{D6A2F18A-3296-DC41-B962-6FB728C62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6. Distribusi Weilbull</a:t>
            </a:r>
          </a:p>
        </p:txBody>
      </p:sp>
      <p:graphicFrame>
        <p:nvGraphicFramePr>
          <p:cNvPr id="178180" name="Object 4">
            <a:extLst>
              <a:ext uri="{FF2B5EF4-FFF2-40B4-BE49-F238E27FC236}">
                <a16:creationId xmlns:a16="http://schemas.microsoft.com/office/drawing/2014/main" id="{B33B3553-027A-074E-876D-98521A5DE6AC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424113" y="1317625"/>
          <a:ext cx="7847012" cy="444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3" name="Document" r:id="rId3" imgW="4749800" imgH="2692400" progId="Word.Document.8">
                  <p:embed/>
                </p:oleObj>
              </mc:Choice>
              <mc:Fallback>
                <p:oleObj name="Document" r:id="rId3" imgW="4749800" imgH="2692400" progId="Word.Document.8">
                  <p:embed/>
                  <p:pic>
                    <p:nvPicPr>
                      <p:cNvPr id="178180" name="Object 4">
                        <a:extLst>
                          <a:ext uri="{FF2B5EF4-FFF2-40B4-BE49-F238E27FC236}">
                            <a16:creationId xmlns:a16="http://schemas.microsoft.com/office/drawing/2014/main" id="{B33B3553-027A-074E-876D-98521A5DE6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1317625"/>
                        <a:ext cx="7847012" cy="444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87F79-FCBD-2E43-A460-EA69BB964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Probabilitas Kontinyu</a:t>
            </a:r>
          </a:p>
        </p:txBody>
      </p:sp>
    </p:spTree>
    <p:extLst>
      <p:ext uri="{BB962C8B-B14F-4D97-AF65-F5344CB8AC3E}">
        <p14:creationId xmlns:p14="http://schemas.microsoft.com/office/powerpoint/2010/main" val="45677138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{FD143845-EFB1-6845-BF7F-907F6E9ECF69}tf10001119</Template>
  <TotalTime>59</TotalTime>
  <Words>307</Words>
  <Application>Microsoft Macintosh PowerPoint</Application>
  <PresentationFormat>Widescreen</PresentationFormat>
  <Paragraphs>89</Paragraphs>
  <Slides>51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ＭＳ Ｐゴシック</vt:lpstr>
      <vt:lpstr>Arial</vt:lpstr>
      <vt:lpstr>Comic Sans MS</vt:lpstr>
      <vt:lpstr>Gill Sans MT</vt:lpstr>
      <vt:lpstr>Gallery</vt:lpstr>
      <vt:lpstr>Microsoft Word Document</vt:lpstr>
      <vt:lpstr>Distribusi probabilitas kontinu</vt:lpstr>
      <vt:lpstr>Tujuan Pembelajaran</vt:lpstr>
      <vt:lpstr>Agenda</vt:lpstr>
      <vt:lpstr>Distribusi Seragam Kontinyu</vt:lpstr>
      <vt:lpstr>1. Distribusi Seragam Kontinyu</vt:lpstr>
      <vt:lpstr>2. Distribusi Normal</vt:lpstr>
      <vt:lpstr>2. Distribusi Normal</vt:lpstr>
      <vt:lpstr>2. Distribusi Normal</vt:lpstr>
      <vt:lpstr>2. Distribusi Normal</vt:lpstr>
      <vt:lpstr>2. Distribusi Normal</vt:lpstr>
      <vt:lpstr>2. Distribusi Normal</vt:lpstr>
      <vt:lpstr>2. Distribusi Normal</vt:lpstr>
      <vt:lpstr>2. Distribusi Normal</vt:lpstr>
      <vt:lpstr>PowerPoint Presentation</vt:lpstr>
      <vt:lpstr>PowerPoint Presentation</vt:lpstr>
      <vt:lpstr>2. Distribusi Normal</vt:lpstr>
      <vt:lpstr>2. Distribusi Normal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Distribusi Gamma dan Eksponensial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Distribusi Gamma dan Eksponensial</vt:lpstr>
      <vt:lpstr>4. Distribusi Chi-Kuadrat</vt:lpstr>
      <vt:lpstr>4. Distribusi Chi-Kuadrat</vt:lpstr>
      <vt:lpstr>5. Distribusi Lognormal</vt:lpstr>
      <vt:lpstr>PowerPoint Presentation</vt:lpstr>
      <vt:lpstr>PowerPoint Presentation</vt:lpstr>
      <vt:lpstr>6. Distribusi Weilbull</vt:lpstr>
      <vt:lpstr>6. Distribusi Weilbull</vt:lpstr>
      <vt:lpstr>6. Distribusi Weilbull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</cp:revision>
  <dcterms:created xsi:type="dcterms:W3CDTF">2020-10-18T11:44:30Z</dcterms:created>
  <dcterms:modified xsi:type="dcterms:W3CDTF">2020-10-18T12:44:07Z</dcterms:modified>
</cp:coreProperties>
</file>